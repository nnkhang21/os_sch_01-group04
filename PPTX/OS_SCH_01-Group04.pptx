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824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ĐIỀU HÀNH – OPERATING SYSTEMS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lớp: 7480201390613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960120"/>
            <a:ext cx="6400800" cy="36576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OS_SCH_01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 Simulator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011680" y="2487168"/>
            <a:ext cx="5120640" cy="502920"/>
          </a:xfrm>
          <a:prstGeom prst="rect">
            <a:avLst/>
          </a:prstGeom>
          <a:solidFill>
            <a:srgbClr val="117A8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24871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 &amp;  SJF  (Non-Preemptive)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8503920" cy="14630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246120"/>
            <a:ext cx="54864" cy="1463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373075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9436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dự án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819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9436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5156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1430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CPU Scheduling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15819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&amp; SJF Algorithms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240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40280"/>
            <a:ext cx="59436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24028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23317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7706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40280"/>
            <a:ext cx="59436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24028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3317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ứng dụng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7706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Demo &amp; CSV Input/Output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4290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29000"/>
            <a:ext cx="59436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42900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35204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&amp; Kết quả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9593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4290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429000"/>
            <a:ext cx="59436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42900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35204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Performance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39593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&amp; Performance Test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GIỚI THIỆU DỰ ÁN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00" cy="3474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DỰ ÁN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ứng dụng GUI mô phỏng giải thuật lập lịch CPU: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FCFS (First-Come, First-Served)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Tiến trình đến trước được phục vụ trước. Không ưu tiên.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SJF Non-Preemptive (Shortest Job First)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Tiến trình có burst time ngắn nhất được ưu tiên.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nhận đầu vào từ file CSV, xử lý và xuất kết quả chi tiết, đồng thời vẽ Gantt Chart trực quan.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0" y="1005840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1005840"/>
            <a:ext cx="64008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0607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Java / C# / C++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901952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901952"/>
            <a:ext cx="64008" cy="77724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9568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22219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GUI Application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2798064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2798064"/>
            <a:ext cx="64008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852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31181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(Data Table)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3694176"/>
            <a:ext cx="33832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3694176"/>
            <a:ext cx="64008" cy="77724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401421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Gantt Chart + Screen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THUẬT TOÁN FCFS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First-Come, First-Served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Non-preemptive: tiến trình không bị gián đoạn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Thứ tự thực thi = thứ tự đến (Arrival Time)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Dễ cài đặt, công bằng theo thứ tự đến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Nhược điểm: Convoy Effect (job dài chặn job ngắn)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154680"/>
            <a:ext cx="3840480" cy="1280160"/>
          </a:xfrm>
          <a:prstGeom prst="rect">
            <a:avLst/>
          </a:prstGeom>
          <a:solidFill>
            <a:srgbClr val="0D203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18688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Công thức tính: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  = Start Time − Arrival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TAT = Finish Time − Arrival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  = Start Time − Arrival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97680" cy="37490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960120"/>
            <a:ext cx="4297680" cy="36576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960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minh họa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11480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7A2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17A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66344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Chart: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3291840"/>
            <a:ext cx="109728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3291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291840"/>
            <a:ext cx="658368" cy="50292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19" name="Text 16"/>
          <p:cNvSpPr/>
          <p:nvPr/>
        </p:nvSpPr>
        <p:spPr>
          <a:xfrm>
            <a:off x="5760720" y="3291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19088" y="3291840"/>
            <a:ext cx="1755648" cy="5029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1" name="Text 18"/>
          <p:cNvSpPr/>
          <p:nvPr/>
        </p:nvSpPr>
        <p:spPr>
          <a:xfrm>
            <a:off x="6419088" y="329184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98848" y="3813048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596128" y="3813048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54496" y="3813048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10144" y="3813048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THUẬT TOÁN SJF (Non-Preemptive)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Job First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Non-preemptive: không gián đoạn giữa chừng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Ưu tiên tiến trình có Burst Time nhỏ nhất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Chọn từ hàng đợi tại thời điểm CPU rảnh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Tối ưu hóa Average Waiting Time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Nhược điểm: Starvation (job dài chờ mãi)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200400"/>
            <a:ext cx="3840480" cy="1234440"/>
          </a:xfrm>
          <a:prstGeom prst="rect">
            <a:avLst/>
          </a:prstGeom>
          <a:solidFill>
            <a:srgbClr val="0D203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64408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Điều kiện chọn tiến trình: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≤ Current_Time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 = min(BT của các process sẵn sàng)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97680" cy="37490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960120"/>
            <a:ext cx="4297680" cy="36576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960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minh họa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11480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7A2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66344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Chart: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3291840"/>
            <a:ext cx="1591056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329184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54496" y="3291840"/>
            <a:ext cx="530352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6"/>
          <p:cNvSpPr/>
          <p:nvPr/>
        </p:nvSpPr>
        <p:spPr>
          <a:xfrm>
            <a:off x="6254496" y="329184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84848" y="3291840"/>
            <a:ext cx="1060704" cy="50292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1" name="Text 18"/>
          <p:cNvSpPr/>
          <p:nvPr/>
        </p:nvSpPr>
        <p:spPr>
          <a:xfrm>
            <a:off x="6784848" y="3291840"/>
            <a:ext cx="1060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98848" y="3813048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89904" y="3813048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620256" y="3813048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680960" y="3813048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SO SÁNH FCFS vs SJF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511296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SJF (Non-Preemptive)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 chọn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Time (FIFO)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Time ngắn nhất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Waiting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tối ưu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Tối ưu (optimal)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Convoy 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(xảy ra)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 xảy ra hơn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thể xảy 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phức tạp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– cần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Phù hợp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Batch, đơn giản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Biết trước Burst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KIẾN TRÚC HỆ THỐNG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560320" cy="100584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(Process Table)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52928" y="1490472"/>
            <a:ext cx="438912" cy="109728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051560"/>
            <a:ext cx="2560320" cy="1005840"/>
          </a:xfrm>
          <a:prstGeom prst="rect">
            <a:avLst/>
          </a:prstGeom>
          <a:solidFill>
            <a:srgbClr val="A23B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Algorithms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70448" y="1490472"/>
            <a:ext cx="438912" cy="109728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051560"/>
            <a:ext cx="2560320" cy="1005840"/>
          </a:xfrm>
          <a:prstGeom prst="rect">
            <a:avLst/>
          </a:prstGeom>
          <a:solidFill>
            <a:srgbClr val="117A8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+ CSV + Chart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31720"/>
            <a:ext cx="2743200" cy="29260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331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Parser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66090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dữ liệu tiến trình: PID, Arrival Time, Burst Time từ file input.csv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3317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331720"/>
            <a:ext cx="2743200" cy="2926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331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Scheduler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66090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theo AT, tính WT/TAT/RT cho từng tiến trình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3317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331720"/>
            <a:ext cx="2743200" cy="292608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2331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Scheduler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66090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mỗi thời điểm CPU rảnh, chọn process có BT nhỏ nhất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52044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520440"/>
            <a:ext cx="2743200" cy="292608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Calculator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84962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Avg WT, Avg TAT, CPU Utilization, Throughput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52044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520440"/>
            <a:ext cx="2743200" cy="292608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Renderer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384962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Gantt chart trực quan hiển thị thứ tự thực thi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52044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520440"/>
            <a:ext cx="2743200" cy="29260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384962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kết quả chi tiết ra file output.csv vào thư mục output/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INPUT / OUTPUT FORMAT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7490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3657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INPUT: input.csv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ProcessID,ArrivalTime,BurstTime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P1,0,5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P2,1,3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P3,2,8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P4,3,6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P5,4,4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đầu vào: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ProcessID: tên/mã tiến trình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ArrivalTime: thời điểm đến (≥ 0)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BurstTime: thời gian thực thi (&gt; 0)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encoding: UTF-8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97680" cy="37490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960120"/>
            <a:ext cx="4297680" cy="36576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960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OUTPUT: output.csv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4173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PID,AT,BT,Start,Finish,WT,TAT,RT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P1,0,5,0,5,0,5,0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P2,1,3,5,8,4,7,4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P3,2,8,8,16,6,14,6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Avg,-,-,-,-,3.33,8.67,-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xuất ra: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2004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Time, Finish Time mỗi process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Waiting Time (WT)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Turnaround Time (TAT)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 Time (RT)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WT &amp; TAT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Gantt Chart (hình ảnh/màn hình)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GANTT CHART &amp; KẾT QUẢ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– Gantt Chart  (5 processes)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582615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15826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BT=5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39815" y="1371600"/>
            <a:ext cx="949569" cy="73152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11" name="Text 9"/>
          <p:cNvSpPr/>
          <p:nvPr/>
        </p:nvSpPr>
        <p:spPr>
          <a:xfrm>
            <a:off x="2039815" y="1371600"/>
            <a:ext cx="9495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BT=3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89385" y="1371600"/>
            <a:ext cx="2532185" cy="7315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/>
          <p:nvPr/>
        </p:nvSpPr>
        <p:spPr>
          <a:xfrm>
            <a:off x="2989385" y="1371600"/>
            <a:ext cx="25321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BT=8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21569" y="1371600"/>
            <a:ext cx="1899138" cy="7315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5521569" y="1371600"/>
            <a:ext cx="1899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BT=6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20708" y="1371600"/>
            <a:ext cx="1266092" cy="73152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17" name="Text 15"/>
          <p:cNvSpPr/>
          <p:nvPr/>
        </p:nvSpPr>
        <p:spPr>
          <a:xfrm>
            <a:off x="7420708" y="1371600"/>
            <a:ext cx="12660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BT=4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21305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103120"/>
            <a:ext cx="0" cy="73152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56935" y="21305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039815" y="2103120"/>
            <a:ext cx="0" cy="73152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6505" y="21305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89385" y="2103120"/>
            <a:ext cx="0" cy="73152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8689" y="21305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21569" y="2103120"/>
            <a:ext cx="0" cy="73152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7828" y="21305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20708" y="2103120"/>
            <a:ext cx="0" cy="73152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21305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686800" y="2103120"/>
            <a:ext cx="0" cy="73152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834640"/>
            <a:ext cx="8595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– Gantt Chart  (5 processes)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246120"/>
            <a:ext cx="1582615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246120"/>
            <a:ext cx="15826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BT=5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39815" y="3246120"/>
            <a:ext cx="949569" cy="73152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36" name="Text 34"/>
          <p:cNvSpPr/>
          <p:nvPr/>
        </p:nvSpPr>
        <p:spPr>
          <a:xfrm>
            <a:off x="2039815" y="3246120"/>
            <a:ext cx="9495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BT=3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989385" y="3246120"/>
            <a:ext cx="1266092" cy="73152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38" name="Text 36"/>
          <p:cNvSpPr/>
          <p:nvPr/>
        </p:nvSpPr>
        <p:spPr>
          <a:xfrm>
            <a:off x="2989385" y="3246120"/>
            <a:ext cx="12660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BT=4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55477" y="3246120"/>
            <a:ext cx="1899138" cy="7315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40" name="Text 38"/>
          <p:cNvSpPr/>
          <p:nvPr/>
        </p:nvSpPr>
        <p:spPr>
          <a:xfrm>
            <a:off x="4255477" y="3246120"/>
            <a:ext cx="1899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BT=6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54615" y="3246120"/>
            <a:ext cx="2532185" cy="7315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2" name="Text 40"/>
          <p:cNvSpPr/>
          <p:nvPr/>
        </p:nvSpPr>
        <p:spPr>
          <a:xfrm>
            <a:off x="6154615" y="3246120"/>
            <a:ext cx="25321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BT=8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4320" y="40050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856935" y="40050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806505" y="40050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72597" y="40050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71735" y="40050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03920" y="40050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TESTING &amp; PERFORMANCE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834640" cy="685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Test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810512"/>
            <a:ext cx="2560320" cy="612648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810512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kết quả với textbook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2560320" cy="612648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514600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WT, TAT từng process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218688"/>
            <a:ext cx="2560320" cy="612648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218688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minh Avg WT &amp; Avg TAT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922776"/>
            <a:ext cx="2560320" cy="612648"/>
          </a:xfrm>
          <a:prstGeom prst="rect">
            <a:avLst/>
          </a:prstGeom>
          <a:solidFill>
            <a:srgbClr val="28A7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922776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PASS ✓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100584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05840"/>
            <a:ext cx="2834640" cy="685800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0058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40480" y="10058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1810512"/>
            <a:ext cx="2560320" cy="612648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1810512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100 / 500 / 1000 tiến trình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2514600"/>
            <a:ext cx="2560320" cy="612648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0" y="2514600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AT &amp; BT trong phạm vi lớn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218688"/>
            <a:ext cx="2560320" cy="612648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0" y="3218688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không crash, không exception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83280" y="3922776"/>
            <a:ext cx="2560320" cy="612648"/>
          </a:xfrm>
          <a:prstGeom prst="rect">
            <a:avLst/>
          </a:prstGeom>
          <a:solidFill>
            <a:srgbClr val="FD7E1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74720" y="3922776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Stable ✓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100584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005840"/>
            <a:ext cx="2834640" cy="6858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10058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12280" y="10058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55080" y="1810512"/>
            <a:ext cx="2560320" cy="612648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6520" y="1810512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thời gian xử lý theo số process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2514600"/>
            <a:ext cx="2560320" cy="612648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46520" y="2514600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processes: &lt; 50ms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55080" y="3218688"/>
            <a:ext cx="2560320" cy="612648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46520" y="3218688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processes: &lt; 500ms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55080" y="3922776"/>
            <a:ext cx="2560320" cy="612648"/>
          </a:xfrm>
          <a:prstGeom prst="rect">
            <a:avLst/>
          </a:prstGeom>
          <a:solidFill>
            <a:srgbClr val="117A8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46520" y="3922776"/>
            <a:ext cx="23774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Đạt yêu cầu ✓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54864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822960"/>
            <a:ext cx="4572000" cy="36576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05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0058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thành công ứng dụng GUI mô phỏng FCFS &amp; SJF Non-Preemptive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6400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75564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175564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nhập liệu từ CSV, xuất kết quả chi tiết ra CSV output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8229600" cy="6400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50545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505456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Gantt Chart trực quan, dễ hiểu, đúng với lý thuyết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8229600" cy="6400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25526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255264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thực hiện Stress Test và Performance Test, đạt kết quả tốt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00507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400507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được kiểm chứng so với textbook – đảm bảo tính chính xác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1034</Words>
  <Application>Microsoft Office PowerPoint</Application>
  <PresentationFormat>On-screen Show (16:9)</PresentationFormat>
  <Paragraphs>279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OS_SCH_01 - CPU Scheduling Simulator</dc:title>
  <dc:subject>PptxGenJS Presentation</dc:subject>
  <dc:creator>PptxGenJS</dc:creator>
  <cp:lastModifiedBy>Yen Nhi Vo</cp:lastModifiedBy>
  <cp:revision>2</cp:revision>
  <dcterms:created xsi:type="dcterms:W3CDTF">2026-04-13T16:23:10Z</dcterms:created>
  <dcterms:modified xsi:type="dcterms:W3CDTF">2026-04-14T14:46:17Z</dcterms:modified>
</cp:coreProperties>
</file>